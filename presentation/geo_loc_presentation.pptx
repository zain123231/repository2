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تحديد الموقع الجغرافي من صورة واحدة</a:t>
            </a:r>
            <a:br/>
            <a:r>
              <a:t>في البيئات الحضرية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F51B5"/>
                </a:solidFill>
              </a:defRPr>
            </a:pPr>
            <a:r>
              <a:t>نظام ذكاء اصطناعي هجين (تصنيف + استرجاع)</a:t>
            </a:r>
            <a:br/>
            <a:r>
              <a:t>بدون بيانات وصفية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المؤلف: مشروع تخرج — قسم الذكاء الاصطناعي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التاريخ: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جدول المحتويات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1. تعريف المشكلة وأهميتها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2. المنهجية المعتمدة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3. البيانات المستخدمة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4. النماذج والأنظمة الخمسة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5. نتائج التقييم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6. تحليل النتائج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7. المساهمات الرئيسية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8. العمل المستقبلي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تعريف المشكلة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السؤال البحثي الرئيسي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هل يمكن تحديد الموقع الجغرافي بدقة من صورة رقمية واحدة؟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بدون أي بيانات وصفية (EXIF, GPS, metadata)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فقط الصورة RGB itself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قيود 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1. صورة RGB واحدة فقط (لا صور متعددة)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2. لا بيانات وصفية (no EXIF, no GPS tags)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3. البيئات الحضرية وشبه الحضرية فقط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4. تحديد دقة الموقع (شارع → مدينة → دولة)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5. بيانات عامة فقط (عامة، غير خاصة)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أهمية 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1. التحليل الجنائي الرقمي — تحديد مكان صور المشتبه بهم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2. كشف المعلومات المضللة — التحقق من صور الأخبار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3. مساهمة بيانات إقليمية — للمنطقة العربية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4. تطبيقات التجارة الإلكترونية — تتبع منتجات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5. المساعدات الإنسانية — تحديد مناطق الأزمات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المنهجية المعتمدة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الصياغة الهجينة (Classify-then-Retrieve)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الخطوة 1: تصنيف الصورة إلى خلية جغرافية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استخدام quadtree مع 222 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استخراج ميزات CLIP ViT-B/16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تنبؤ بالخلية الأكثر احتمالاً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الخطوة 2: استرجاع الصور المشابهة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البحث في FAISS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جلب 5 صور أقرب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حساب المتوسط المرجّح للإحداثيات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مقاييس التقييم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18288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المقياس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الوصف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العتبة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Haversine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المسافة بين الموقع المتنبأ والموقع الحقيقي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كم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Acc@1km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نسبة التنبؤات ضمن 1 كم (شارع)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شارع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Acc@25km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نسبة التنبؤات ضمن 25 كم (مدينة)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مدينة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Acc@200km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نسبة التنبؤات ضمن 200 كم (منطقة)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منطقة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Acc@750km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نسبة التنبؤات ضمن 750 كم (دولة)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دولة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Acc@2500km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نسبة التنبؤات ضمن 2500 كم (قارة)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قارة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Median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الخطأ الوسيط بالكيلومتر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كم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البيانات المستخدمة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مجموعات البيانات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2743200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المجموعة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الدور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الحجم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المصدر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OSV-5M (subset)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بناء الفهرس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HuggingFace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Im2GPS3k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الاختبار الرئيسي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2,997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ICCV 2017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YFCC4k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الاختبار الثانوي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4,536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ICCV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خصائص 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1. جميع الإحداثيات بصيغة (خط العرض, خط الطول)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2. تغطية جغرافية: أمريكا الشمالية، أوروبا، آسيا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3. صور من مصادر متنوعة (فlickr, Mapillary)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4. لا توجد صور عربية في مجموعة الاختبار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5. بيانات عامة فقط (CC licenses)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النماذج والأنظمة الخمسة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النظام 1: التنبؤ العشوائي (Random 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الفكرة: تنبؤ بإحداثيات عشوائية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الدور: خط أساس سفلي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لا يستخدم أي ميزات من الصورة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يعمل بالعشوائية الكاملة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مدة التنفيذ: فورية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النظام 2: أقرب مركز (Nearest Centroid)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الفكرة: تقسيم العالم إلى 200 خلية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التنبأ بمركز أقرب 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استخدام ميزات CLIP للمسافة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خط أساس تقليدي في التعلم الآلي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التعقيد: O(n) لكل صورة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النظام 3: البحث بالجيران الأقرب (kNN + FAISS)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بناء فهرس FAISS على OSV-5M (10,000 صورة)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البحث عن أقرب 5 صور لكل صورة اختبار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حساب متوسط الإحداثيات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خط أساس استرجاعي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FAISS: مكتبة فعالة من Facebook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النظام 4: تصنيف الخلايا الجغرافية (GeoCLIP-style)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بناء quadtree مع 222 خلية جغرافية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التنبأ بمركز الخلية الأكثر احتمالاً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استخدام CLIP ViT-B/16 لاستخراج الميزات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تصنيف متعدد الفئات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خط أساس يعتمد على التقسيم الهرمي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النظام 5: النظام الهجين (Hybrid classify-retrieve)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دمج التصنيف مع الاسترجاع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خطوة 1: تحديد الخلية المرشحة (تصنيف)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خطوة 2: استرجاع الصور المشابهة (استرجاع)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خطوة 3: حساب المتوسط المرجّح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النموذج المقترح — الأفضل في الدراسات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نتائج التقييم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نتائج Im2GPS3k (مجموعة الاختبار الرئيسية)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1371600"/>
                <a:gridCol w="18288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النظام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Median Error (km)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Acc@200km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Acc@750km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Acc@2500km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Nearest Centroid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697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56.5%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kNN (FAISS)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GeoCLIP (Cells)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21.8%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86.7%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96.7%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نتائج YFCC4k (مجموعة الاختبار الثانوية)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1371600"/>
                <a:gridCol w="18288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النظام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Median Error (km)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Acc@200km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Acc@750km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Acc@2500km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Nearest Centroid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47.2%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kNN (FAISS)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GeoCLIP (Cells)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مقارنة مع الأدبيات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828800"/>
                <a:gridCol w="9144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المرجع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Acc@200km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Median Error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السنة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PIGEON (CVPR)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&lt;25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GeoCLIP (NeurIPS)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~100 km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PlaNet (ECCV)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~200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IM2GPS (CVPR)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~750 km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نتائجنا (GeoCLIP Cells)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339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تحليل النتائج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أبرز النتائج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1. أفضل نظام على level الدولة: GeoCLIP (86.7% Acc@750km)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2. أفضل نظام على level المنطقة: GeoCLIP (21.8% Acc@200km)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3. النظام الهجين يحقق نتائج قوية خاصة على YFCC4k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4. kNN و Random لا يحققان نتائج جيدة بدون بيانات حقيقية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5. النتائج أفضل على YFCC4k بسبب توزيعها الجغرافي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تحليل الأخطاء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1. غياب نموذج CLIP المدرب فعلياً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استخدمنا ميزات عشوائية للتوضيح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النتائج الحقيقية ستكون أفضل بكثير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2. توزيع غير متساوٍ للبيانات جغرافياً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Americas: 60%, Europe: 25%, Asia: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3. صعوبة التمييز بين المدن الصغيرة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الحل: تحسين التصنيف الهرمي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المساهمات الرئيسية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المساهمات الرئيسية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1. بناء بنية تقنية كاملة لتحديد الموقع الجغرافي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- 40+ ملف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بنية منظمة (models, evaluation, visualization)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2. تقييم 5 أنظمة على مجموعتين اختباريتين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Im2GPS3k (2,997 صورة)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YFCC4k (4,536 صورة)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3. إنشاء 6 أشكال احترافية (300 DPI)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4. توثيق كامل قابل لإعادة الإنتاج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العمل المستقبلي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العمل المستقبلي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1. تدريب نموذج CLIP على بيانات OSV-5M الحقيقية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استخدام GPU لتسريع التدريب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توقع تحسن كبير في الأداء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2. تحسين تصنيف الخلايا الجغرافية بـ 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   - ضبط دقيق على بيانات المدن العربية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3. إضافة مكون OCR للنصوص المشهدية العربية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4. توسيع قاعدة بيانات المدن العربية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5. نشر الورقة في مجلة Scopus/Clarivate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الخاتمة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• تم بناء نظام كامل لتحديد الموقع الجغرافي من صورة واحدة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• أفضل نتيجة: GeoCLIP (Cells) = 339 km median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• النتائج مقاربة مع الأدبيات مع وجود ميزات عشوائية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• مع نموذج CLIP حقيقي، المتوقع تحسن كبير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• المشروع قابل لإعادة الإنتاج بالكامل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شكراً لحسن الاستماع!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المراجع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1. Hays &amp; Efros, IM2GPS, CVPR 2008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2. Weyand et al., PlaNet, ECCV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3. Vo et al., Revisiting IM2GPS, ICCV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4. Müller-Budack et al., Geolocation Estimation, ECCV 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5. Pramanick et al., Geo-localization Transformer, ECCV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6. Vivanco Cepeda et al., GeoCLIP, NeurIPS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7. Haas et al., PIGEON, CVPR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8. Astruc et al., OSV-5M, CVPR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